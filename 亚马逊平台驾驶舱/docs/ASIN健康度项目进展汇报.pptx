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Microsoft YaHei"/>
                <a:ea typeface="Microsoft YaHei"/>
              </a:rPr>
              <a:t>亚马逊 ASIN 健康度监控与运营闭环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D4ED8"/>
                </a:solidFill>
                <a:latin typeface="Microsoft YaHei"/>
                <a:ea typeface="Microsoft YaHei"/>
              </a:rPr>
              <a:t>项目进展汇报  ·  领导汇报版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icrosoft YaHei"/>
                <a:ea typeface="Microsoft YaHei"/>
              </a:rPr>
              <a:t>赛狐数据自动同步 → 规则识别异常 → 飞书任务闭环 → 群机器人提醒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059669"/>
                </a:solidFill>
                <a:latin typeface="Microsoft YaHei"/>
                <a:ea typeface="Microsoft YaHei"/>
              </a:rPr>
              <a:t>一期主链路已打通，进入业务试运行阶段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64748B"/>
                </a:solidFill>
                <a:latin typeface="Microsoft YaHei"/>
                <a:ea typeface="Microsoft YaHei"/>
              </a:rPr>
              <a:t>汇报日期：2026-07-22    样本数据日：2026-07-21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技术主路径 ~80%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530352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5394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日同步 110 ASIN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530352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5394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待办任务 28 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530352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5394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日批 10:00 已通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09728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</a:rPr>
              <a:t>01  一句话结论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给领导的核心判断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ASIN 健康度监控与运营闭环  |  机密·内部  |  2/10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2026-07-22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064240" cy="1828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已实现：赛狐经营数据每日自动同步 → 规则识别黄/橙/红异常 → 任务落到飞书 → 群机器人推送摘要。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icrosoft YaHei"/>
                <a:ea typeface="Microsoft YaHei"/>
              </a:rPr>
              <a:t>老板与负责人只需看重点异常和待决策事项，无需再人工从赛狐抄数、拼表。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6616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566160"/>
            <a:ext cx="3611880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D4ED8"/>
                </a:solidFill>
                <a:latin typeface="Microsoft YaHei"/>
                <a:ea typeface="Microsoft YaHei"/>
              </a:rPr>
              <a:t>技术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一期主路径约 80%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日同步 / 规则 / 飞书 / 机器人 / 定时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56616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3566160"/>
            <a:ext cx="361188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8404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D97706"/>
                </a:solidFill>
                <a:latin typeface="Microsoft YaHei"/>
                <a:ea typeface="Microsoft YaHei"/>
              </a:rPr>
              <a:t>业务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样本日 6 店 · 110 ASIN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待办 28（红15 / 橙13）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56616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3566160"/>
            <a:ext cx="361188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8404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59669"/>
                </a:solidFill>
                <a:latin typeface="Microsoft YaHei"/>
                <a:ea typeface="Microsoft YaHei"/>
              </a:rPr>
              <a:t>阶段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进入 2～4 周试运行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校准阈值 · 养成闭环习惯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09728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</a:rPr>
              <a:t>02  背景与目标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不重做赛狐分析 · 不做利润 · 不做自动操作后台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ASIN 健康度监控与运营闭环  |  机密·内部  |  3/10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2026-07-22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109728" cy="21945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544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1D4ED8"/>
                </a:solidFill>
                <a:latin typeface="Microsoft YaHei"/>
                <a:ea typeface="Microsoft YaHei"/>
              </a:rPr>
              <a:t>赛狐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数据发生了什么变化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  <a:ea typeface="Microsoft YaHei"/>
              </a:rPr>
              <a:t>销售 / 流量 / 广告 / 库存 / 评价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71600"/>
            <a:ext cx="109728" cy="21945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5544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1D4ED8"/>
                </a:solidFill>
                <a:latin typeface="Microsoft YaHei"/>
                <a:ea typeface="Microsoft YaHei"/>
              </a:rPr>
              <a:t>飞书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谁负责、做了什么、何时复查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  <a:ea typeface="Microsoft YaHei"/>
              </a:rPr>
              <a:t>任务 · 动作 · 闭环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109728" cy="21945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1D4ED8"/>
                </a:solidFill>
                <a:latin typeface="Microsoft YaHei"/>
                <a:ea typeface="Microsoft YaHei"/>
              </a:rPr>
              <a:t>老板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只看重点与待决策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  <a:ea typeface="Microsoft YaHei"/>
              </a:rPr>
              <a:t>红任务 · 逾期 · 需拍板事项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11064240" cy="2194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77639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一期五件事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1）每日自动同步赛狐 ASIN 数据至飞书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2）按可配置规则生成橙/红异常任务并匹配负责人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3）防重复建单 + 群机器人摘要提醒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4）运营可记录动作与复查（表结构已就绪）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5）老板可筛查异常视图（红 / 负责人 / 待决策）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09728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</a:rPr>
              <a:t>03  系统架构与日批节奏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每天 10:00 自动跑通全流程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ASIN 健康度监控与运营闭环  |  机密·内部  |  4/10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2026-07-22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2148840" cy="2103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2148840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69164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D4ED8"/>
                </a:solidFill>
                <a:latin typeface="Microsoft YaHei"/>
                <a:ea typeface="Microsoft YaHei"/>
              </a:rPr>
              <a:t>① 拉数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赛狐 OpenAPI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产品分析 + FBA库存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1945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4748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79" y="1463040"/>
            <a:ext cx="2148840" cy="2103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79" y="1463040"/>
            <a:ext cx="2148840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07207" y="169164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D4ED8"/>
                </a:solidFill>
                <a:latin typeface="Microsoft YaHei"/>
                <a:ea typeface="Microsoft YaHei"/>
              </a:rPr>
              <a:t>② 落库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本地 SQLite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同步日志 / 幂等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1945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4748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463040"/>
            <a:ext cx="2148840" cy="2103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1463040"/>
            <a:ext cx="2148840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8" y="169164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D4ED8"/>
                </a:solidFill>
                <a:latin typeface="Microsoft YaHei"/>
                <a:ea typeface="Microsoft YaHei"/>
              </a:rPr>
              <a:t>③ 规则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黄 / 橙 / 红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防重复建任务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1945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4748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19" y="1463040"/>
            <a:ext cx="2148840" cy="2103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19" y="1463040"/>
            <a:ext cx="2148840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0647" y="169164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D4ED8"/>
                </a:solidFill>
                <a:latin typeface="Microsoft YaHei"/>
                <a:ea typeface="Microsoft YaHei"/>
              </a:rPr>
              <a:t>④ 飞书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每日数据表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异常任务表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21945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4748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1463040"/>
            <a:ext cx="2148840" cy="2103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2640" y="1463040"/>
            <a:ext cx="214884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02368" y="169164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D4ED8"/>
                </a:solidFill>
                <a:latin typeface="Microsoft YaHei"/>
                <a:ea typeface="Microsoft YaHei"/>
              </a:rPr>
              <a:t>⑤ 提醒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群机器人摘要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按负责人汇总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931920"/>
            <a:ext cx="11064240" cy="2103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0690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建议日节奏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10:00  系统自动同步 + 生成任务 + 推送群摘要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上午    负责人/助理优先处理红色，再过橙色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下班前  助理在「运营动作记录」补齐原因、动作、复查日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D97706"/>
                </a:solidFill>
                <a:latin typeface="Microsoft YaHei"/>
                <a:ea typeface="Microsoft YaHei"/>
              </a:rPr>
              <a:t>原则    系统只监控提醒，不自动改价/关广告/操作亚马逊后台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09728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</a:rPr>
              <a:t>04  已交付成果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可演示 · 可试用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ASIN 健康度监控与运营闭环  |  机密·内部  |  5/10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2026-07-22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6766560" cy="4846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✅  赛狐 OpenAPI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     鉴权、签名、限流、产品分析 V2、FBA 库存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✅  日数据同步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     真网验证，样本日 110 个 ASIN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✅  规则引擎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     多指标黄/橙/红 + 防重复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✅  飞书四表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     每日数据 / 任务 / 动作 / 配置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✅  机器人提醒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     群摘要推送已实测成功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✅  Windows 日批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     每天 10:00，已修复并验证成功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280160"/>
            <a:ext cx="4206240" cy="219456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46304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当前阶段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业务试运行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技术主路径已通
阈值与动作习惯校准中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3703320"/>
            <a:ext cx="4206240" cy="24231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384048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覆盖范围（样本）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· 特米 / Ledvia → 潘启豪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· 昇新 / 起的快 → 马文静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· Nottac / 字同道合 → 梦晴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</a:rPr>
              <a:t>· 共 6 店 · 110 ASIN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09728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</a:rPr>
              <a:t>05  试运行数据快照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业务日 2026-07-21 · 规则已多轮收紧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ASIN 健康度监控与运营闭环  |  机密·内部  |  6/10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2026-07-22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274320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2743200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2743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D4ED8"/>
                </a:solidFill>
                <a:latin typeface="Microsoft YaHei"/>
                <a:ea typeface="Microsoft YaHei"/>
              </a:rPr>
              <a:t>110</a:t>
            </a:r>
          </a:p>
          <a:p>
            <a:pPr algn="ctr"/>
            <a:r>
              <a:rPr sz="1300" b="0">
                <a:solidFill>
                  <a:srgbClr val="64748B"/>
                </a:solidFill>
                <a:latin typeface="Microsoft YaHei"/>
                <a:ea typeface="Microsoft YaHei"/>
              </a:rPr>
              <a:t>同步 ASIN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325880"/>
            <a:ext cx="274320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325880"/>
            <a:ext cx="274320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554480"/>
            <a:ext cx="2743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D97706"/>
                </a:solidFill>
                <a:latin typeface="Microsoft YaHei"/>
                <a:ea typeface="Microsoft YaHei"/>
              </a:rPr>
              <a:t>28</a:t>
            </a:r>
          </a:p>
          <a:p>
            <a:pPr algn="ctr"/>
            <a:r>
              <a:rPr sz="1300" b="0">
                <a:solidFill>
                  <a:srgbClr val="64748B"/>
                </a:solidFill>
                <a:latin typeface="Microsoft YaHei"/>
                <a:ea typeface="Microsoft YaHei"/>
              </a:rPr>
              <a:t>未关闭任务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25880"/>
            <a:ext cx="274320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325880"/>
            <a:ext cx="274320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554480"/>
            <a:ext cx="2743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DC2626"/>
                </a:solidFill>
                <a:latin typeface="Microsoft YaHei"/>
                <a:ea typeface="Microsoft YaHei"/>
              </a:rPr>
              <a:t>15</a:t>
            </a:r>
          </a:p>
          <a:p>
            <a:pPr algn="ctr"/>
            <a:r>
              <a:rPr sz="1300" b="0">
                <a:solidFill>
                  <a:srgbClr val="64748B"/>
                </a:solidFill>
                <a:latin typeface="Microsoft YaHei"/>
                <a:ea typeface="Microsoft YaHei"/>
              </a:rPr>
              <a:t>红色 · 优先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325880"/>
            <a:ext cx="274320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325880"/>
            <a:ext cx="274320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554480"/>
            <a:ext cx="2743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D97706"/>
                </a:solidFill>
                <a:latin typeface="Microsoft YaHei"/>
                <a:ea typeface="Microsoft YaHei"/>
              </a:rPr>
              <a:t>13</a:t>
            </a:r>
          </a:p>
          <a:p>
            <a:pPr algn="ctr"/>
            <a:r>
              <a:rPr sz="1300" b="0">
                <a:solidFill>
                  <a:srgbClr val="64748B"/>
                </a:solidFill>
                <a:latin typeface="Microsoft YaHei"/>
                <a:ea typeface="Microsoft YaHei"/>
              </a:rPr>
              <a:t>橙色 · 1 工作日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154680"/>
            <a:ext cx="5669280" cy="2926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91840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任务收敛过程（说明“不是一上来就刷屏”）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首轮全开规则          ≈ 110 条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一轮降噪后            ≈  38 条</a:t>
            </a:r>
          </a:p>
          <a:p>
            <a:pPr algn="l">
              <a:spcBef>
                <a:spcPts val="400"/>
              </a:spcBef>
              <a:spcAft>
                <a:spcPts val="800"/>
              </a:spcAft>
            </a:pPr>
            <a:r>
              <a:rPr sz="1600" b="1">
                <a:solidFill>
                  <a:srgbClr val="059669"/>
                </a:solidFill>
                <a:latin typeface="Microsoft YaHei"/>
                <a:ea typeface="Microsoft YaHei"/>
              </a:rPr>
              <a:t>当前试运行口径        =  28 条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已提高：库存过高门槛、ACOS 目标、无动销过滤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154680"/>
            <a:ext cx="5212080" cy="2926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29184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当前任务结构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· 库存不足  红 13 / 橙 3  — 需核实是否真断货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· 库存过高  橙 7  — 已收紧至 &gt;240 天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· ACOS 异常  红 1 / 橙 3  — 目标暂 35%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</a:rPr>
              <a:t>· 评价异常  红 1  — 少量关注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</a:rPr>
              <a:t>负责人：梦晴 12 / 潘启豪 10 / 马文静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09728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</a:rPr>
              <a:t>06  业务价值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以前 vs 现在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ASIN 健康度监控与运营闭环  |  机密·内部  |  7/10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2026-07-22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486400" cy="5029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以前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·  助理从赛狐/后台抄数填 Excel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·  异常靠人眼扫，容易漏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·  责任边界不清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·  老板看明细负担重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·  处理过程难追溯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48640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现在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1168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·  系统每日自动同步，减少抄数差错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·  规则自动标黄/橙/红，红优先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·  任务绑定店铺负责人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·  老板看红任务 / 待决策 / 群摘要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·  飞书动作表可追溯闭环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09728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</a:rPr>
              <a:t>07  风险与下一步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需领导知情与支持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ASIN 健康度监控与运营闭环  |  机密·内部  |  8/10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2026-07-22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669280" cy="4846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C2626"/>
                </a:solidFill>
                <a:latin typeface="Microsoft YaHei"/>
                <a:ea typeface="Microsoft YaHei"/>
              </a:rPr>
              <a:t>主要风险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· 库存红仍偏多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  业务过会核实 13 条；可再收阈值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· S/A 等级未齐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  从产品档案导入后核心款规则才准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· 本机日批依赖开机登录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  长期建议固定 IP 服务器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· 飞书协作者未加全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  管理员完成分享即可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280160"/>
            <a:ext cx="5303520" cy="4846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D4ED8"/>
                </a:solidFill>
                <a:latin typeface="Microsoft YaHei"/>
                <a:ea typeface="Microsoft YaHei"/>
              </a:rPr>
              <a:t>下一步 2～4 周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1. 第 1 周：加协作者 + 红任务过会 + 动作表开填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2. 观察每日 10:00 自动任务是否稳定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3. 按误报率微调库存 / ACOS 阈值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4. 导入产品等级 S/A/B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5. 评估是否迁固定服务器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6. 一期稳定后排期二期：AI 日报等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09728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</a:rPr>
              <a:t>08  需领导支持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拍板与资源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ASIN 健康度监控与运营闭环  |  机密·内部  |  9/10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2026-07-22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9903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9047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37160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确认试运行启动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本周起以飞书异常任务 + 群摘要作为日常异常入口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4884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31343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0487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28600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明确过会节奏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建议红任务日清/隔日清；周会看闭环与有效率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06324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22783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31927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20040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指定业务 Owner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阈值争议、产品等级、扩店范围的拍板人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77639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4142231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33671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114799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服务器与白名单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若需 7×24 稳定运行，支持迁固定 IP 主机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9204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505663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14807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02920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飞书权限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安排管理员完成表格分享与协作权限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Microsoft YaHei"/>
                <a:ea typeface="Microsoft YaHei"/>
              </a:rPr>
              <a:t>汇报三句话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109728" cy="914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1.  已经能自动从赛狐拉数、识别异常、写到飞书并推群消息，抄数式日报可以逐步退出。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246120"/>
            <a:ext cx="109728" cy="914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29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2.  样本日 6 店 110 个 ASIN，收敛后 28 条待办（红 15 / 橙 13），可以开始业务试运行。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79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297679"/>
            <a:ext cx="109728" cy="914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5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3.  接下来 2～4 周重点是「人用起来 + 阈值定稿」；技术侧保障每天 10:00 稳定跑通。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飞书工作台：https://dcnkj1up67d5.feishu.cn/base/FrXvbTodVad1Kqs0hCkckrI8noc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详细文字版：docs/项目进展汇报-ASIN健康度监控与运营闭环.md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